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modest-stoic-cannon/mnt/outputs/assets/r2c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429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CALENDAR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30352" y="246888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OF CONTENT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POST PER SLIDE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Mon, Aug 3 — Mon, Aug 31,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645920" cy="0"/>
          </a:xfrm>
          <a:prstGeom prst="line">
            <a:avLst/>
          </a:prstGeom>
          <a:noFill/>
          <a:ln w="38100">
            <a:solidFill>
              <a:srgbClr val="E15A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928616"/>
            <a:ext cx="1389888" cy="0"/>
          </a:xfrm>
          <a:prstGeom prst="line">
            <a:avLst/>
          </a:prstGeom>
          <a:noFill/>
          <a:ln w="38100">
            <a:solidFill>
              <a:srgbClr val="F5C51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010912"/>
            <a:ext cx="1133856" cy="0"/>
          </a:xfrm>
          <a:prstGeom prst="line">
            <a:avLst/>
          </a:prstGeom>
          <a:noFill/>
          <a:ln w="38100">
            <a:solidFill>
              <a:srgbClr val="2EB6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5093208"/>
            <a:ext cx="877824" cy="0"/>
          </a:xfrm>
          <a:prstGeom prst="line">
            <a:avLst/>
          </a:prstGeom>
          <a:noFill/>
          <a:ln w="38100">
            <a:solidFill>
              <a:srgbClr val="D633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to: Round2Customs_30Day_Social_Strategy.xlsx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·  MON, AUG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Do Flimsy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 are cheap arcade cabinets. And then there's ours.”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#customarcade #woodworking #craftsmanship #Round2Customs #gameroom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shots: joinery, wiring harness, control panel finish, screen mount. Text overlay, no talking head needed.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 ·  TUE, AUG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Living Room Deserves a Glow-Up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“Stop settling for a couch and a TV. 👀”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#gameroom #gameroomgoals #homearcade #interiordesign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 slide carousel: hook slide + styled machine-in-room shots + CTA slide.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 ·  WED, AUG 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Meets the 80s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NOSTALGIA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generation didn't have arcades. So we built one.”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#genz #nostalgia #retrogaming #arcade #fyp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person reacting to playing a classic cabinet for the first time — genuine reaction, no script.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 ·  THU, AUG 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'Custom' Actually Means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D633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“Not off the shelf. Not generic. Built for you.”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#customarcade #madetoorder #arcadecabinet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picks theme → artwork mockup → build in progress → delivered. 30-45 sec.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 ·  FRI, AUG 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Nostalgia Is Back. And We're Ready.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STORIES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Poll/Static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“Pac-Man. Street Fighter. Galaga. Name your first arcade game 👇”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#retrogaming #arcade #90skid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game art collage image; IG poll sticker or FB comment prompt.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 ·  SAT, AUG 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Cart Arcade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“Bar top arcade. Cocktails not included (but recommended). 🍸”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#homebar #gameroom #bartoparcade #entertaining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 bar-top unit in a home bar setting, ambient lighting.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  ·  SUN, AUG 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— LIGHT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Sunday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Behind-the-scenes 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peek inside the shop this week.”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Low-effort raw shop/BTS photo dump, 3-5 Stories frames.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  ·  MON, AUG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Room Goals: Before and After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turned a spare room into THIS. 🕹️”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#beforeandafter #gameroommakeover #homearcade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Fast-cut transformation: empty room → finished R2C setup. 15-30 sec.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  ·  TUE, AUG 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Our Build: You Be the Judge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+ testimonial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finished this one for a client in [City]. What would you rate it? 👀”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#customarcade #clientbuild #arcadecabinet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client machine, multiple angles, rating CTA overlay, location tag.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  ·  WED, AUG 12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Custom Arcade Actually Cost?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“People ask us this every day. Here's the honest answer.”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#customarcade #arcadecabinet #gameroom #pricing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Talking-head or text-overlay breakdown of what drives cost. 30-45 sec, no hard sell.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11  ·  THU, AUG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Build One: Start to Finish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what goes into one custom arcade machine. From scratch.”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#howitsmade #woodworking #electricalengineering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Time-lapse: raw materials → wiring → cabinet → artwork → boot-up.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12  ·  FRI, AUG 14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Stern Transformers Pinball Reaction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NOSTALGIA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Newsjack post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“They just dropped a Transformers pinball machine with 'The Touch.' We have THOUGHTS. 🤖”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#pinball #transformers #arcade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 commentary + B-roll of a virtual pinball table if available.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13  ·  SAT, AUG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Game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cabinet has [X] games inside. Name one you want to play. Go.”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#arcadegames #retrogaming #nameit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Scrolling game selection screen, 10-15 sec, comment bait.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  ·  SUN, AUG 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Game Room Checklist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“Summer checklist: ✅ Grill ✅ Pool ✅ Arcade machine”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#summerentertaining #gameroom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checklist graphic, machine as anchor item.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15  ·  MON, AUG 17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Arcade Date Night at Home: Level Unlocked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“Skip the crowded arcade bar. We brought it home. 🎮❤️”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#datenight #arcadedate #gameroommachine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 playing competitively on an R2C machine — laughing, trash-talking, drinks nearby. 15-20 sec.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16  ·  TUE, AUG 18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B2B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Your FEC: What Clients Are Saying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just installed machines at [business]. Here's how it went.”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#B2B #FEC #arcadeinstall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photos + client quote overlay. Repurpose to IG static w/ testimonial text.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17  ·  WED, AUG 19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Pinball: One Cabinet, Infinite Tables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one machine has 300+ pinball tables. No quarters needed.”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#virtualpinball #pinball #vpin #arcade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Fast-cut through different tables loading, emphasize variety.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18  ·  THU, AUG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POV: You Just Unboxed Your Custom Arcade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D633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“POV: Your custom arcade just arrived. 🎮📦”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#unboxing #pov #customarcade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First-person POV delivery reveal, machine powers on for the first time. 20 sec.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19  ·  FRI, AUG 21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Leaderboard Drop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STORIES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set the high score this week? 📊”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graphic with top scores/names (with permission).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20  ·  SAT, AUG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vs Millennial Game Debate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NOSTALGIA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“Gen Z says Mortal Kombat is mid. Millennials say Street Fighter is GOAT. Settle it.”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#genzvsmillennials #retrogaming #fyp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Split-screen debate/reaction format, comment bait.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21  ·  SUN, AUG 23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— LIGHT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Sunday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Behind-the-scenes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“Weekly shop peek — what's on the bench this week.”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raw Stories frames.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22  ·  MON, AUG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$ Actually Buys You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“Cheap cabinet vs. ours — same price question, very different answer.”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#customarcade #qualityoverquantity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material/finish comparison, voiceover or text overlay.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23  ·  TUE, AUG 25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 vs. 2026: The Arcade Glow-Up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not your dad's arcade anymore. ✨”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#retrogaming #nostalgia #arcadeglowup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photo vs. new machine side-by-side slides.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24  ·  WED, AUG 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Machine Has a Secret Feature Nobody Knows About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D633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don't usually show this. 🤫”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#easteregg #arcade #secretlevel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Staff/founder reveals hidden feature or bonus mode. 30-45 sec.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25  ·  THU, AUG 27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Win of the Week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“Could this be YOU next week? Tag us!”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#customerspotlight #arcadecabinet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or recreate real customer footage with permission.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26  ·  FRI, AUG 28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Friday: Vertical Screens for SHMUPs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+ long caption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“Yes — we can do tate-mode vertical screens. Here's how.”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#shmup #arcadecabinet #verticalmonitor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shot with vertical screen orientation callout.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27  ·  SAT, AUG 29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Apartment-Friendly Build Spotlight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2EB6E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don't need a mansion for this. Compact done right.”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#apartmentliving #gameroom #compactarcade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smaller-format cabinet styled in a modest room.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28  ·  SUN, AUG 30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Theme Next?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E15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STORIES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“Vote: which cabinet wrap should we build next?”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theme mockup options, IG poll sticker.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29  ·  MON, AUG 31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149840" y="38404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15A2B"/>
          </a:solidFill>
          <a:ln w="12700">
            <a:solidFill>
              <a:srgbClr val="E1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49840" y="3840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FLAGSHIP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 Story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128016" cy="12801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 + FB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Reel/Video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1690"/>
            </a:avLst>
          </a:prstGeom>
          <a:solidFill>
            <a:srgbClr val="18181B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“Two guys, an engineering background, and a table saw.”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1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B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#foundedstory #madeinUSA #Round2Customs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331720"/>
            <a:ext cx="4343400" cy="3246120"/>
          </a:xfrm>
          <a:prstGeom prst="roundRect">
            <a:avLst>
              <a:gd name="adj" fmla="val 1690"/>
            </a:avLst>
          </a:prstGeom>
          <a:solidFill>
            <a:srgbClr val="1F1F22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256032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25512" y="2926080"/>
            <a:ext cx="3831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7B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talking-head + shop B-roll. Establishes credibility for month 2.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CUSTOMS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473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2026-07-15T20:18:37Z</dcterms:created>
  <dcterms:modified xsi:type="dcterms:W3CDTF">2026-07-15T20:18:37Z</dcterms:modified>
</cp:coreProperties>
</file>